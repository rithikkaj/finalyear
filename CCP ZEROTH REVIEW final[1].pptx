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4" r:id="rId4"/>
    <p:sldId id="273" r:id="rId5"/>
    <p:sldId id="267" r:id="rId6"/>
    <p:sldId id="275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B49C5-FF9B-4CDC-A940-1C5A74DF0E1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165C7-3937-489E-B7B8-DCDE19F271C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1755"/>
            <a:ext cx="9144000" cy="2116255"/>
          </a:xfrm>
        </p:spPr>
        <p:txBody>
          <a:bodyPr>
            <a:normAutofit/>
          </a:bodyPr>
          <a:lstStyle/>
          <a:p>
            <a:r>
              <a:rPr lang="en-IN" b="1" dirty="0"/>
              <a:t>“</a:t>
            </a:r>
            <a:r>
              <a:rPr lang="en-US" b="1" dirty="0"/>
              <a:t>AI-Based Student Mental Health Support System</a:t>
            </a:r>
            <a:r>
              <a:rPr lang="en-IN" b="1" dirty="0"/>
              <a:t>”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5960" y="4329631"/>
            <a:ext cx="4572000" cy="1655762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RITHIKKA J</a:t>
            </a:r>
            <a:endParaRPr lang="en-IN" b="1" dirty="0"/>
          </a:p>
          <a:p>
            <a:pPr algn="l"/>
            <a:r>
              <a:rPr lang="en-IN" b="1" dirty="0"/>
              <a:t>22AD098</a:t>
            </a:r>
            <a:endParaRPr lang="en-IN" b="1" dirty="0"/>
          </a:p>
        </p:txBody>
      </p:sp>
      <p:sp>
        <p:nvSpPr>
          <p:cNvPr id="5" name="Subtitle 2"/>
          <p:cNvSpPr txBox="1"/>
          <p:nvPr/>
        </p:nvSpPr>
        <p:spPr>
          <a:xfrm>
            <a:off x="6924042" y="4307801"/>
            <a:ext cx="4572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b="1" dirty="0"/>
              <a:t>RAJAPREETHI V</a:t>
            </a:r>
            <a:endParaRPr lang="en-IN" b="1" dirty="0"/>
          </a:p>
          <a:p>
            <a:pPr algn="r"/>
            <a:r>
              <a:rPr lang="en-IN" b="1" dirty="0"/>
              <a:t>22AD095</a:t>
            </a:r>
            <a:endParaRPr lang="en-IN" b="1" dirty="0"/>
          </a:p>
        </p:txBody>
      </p:sp>
      <p:sp>
        <p:nvSpPr>
          <p:cNvPr id="6" name="Subtitle 2"/>
          <p:cNvSpPr txBox="1"/>
          <p:nvPr/>
        </p:nvSpPr>
        <p:spPr>
          <a:xfrm>
            <a:off x="2562977" y="5617411"/>
            <a:ext cx="7066049" cy="108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/>
              <a:t>Dept of AI &amp; DS</a:t>
            </a:r>
            <a:endParaRPr lang="en-IN" sz="2800" b="1" dirty="0"/>
          </a:p>
          <a:p>
            <a:r>
              <a:rPr lang="en-IN" sz="2800" b="1" dirty="0"/>
              <a:t>Chennai Institute of Technology, Chennai - 69</a:t>
            </a:r>
            <a:endParaRPr lang="en-IN" sz="2800" b="1" dirty="0"/>
          </a:p>
        </p:txBody>
      </p:sp>
      <p:pic>
        <p:nvPicPr>
          <p:cNvPr id="4" name="Picture 2" descr="Startup 2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2419420"/>
            <a:ext cx="24955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950036" cy="1325563"/>
          </a:xfrm>
        </p:spPr>
        <p:txBody>
          <a:bodyPr/>
          <a:lstStyle/>
          <a:p>
            <a:r>
              <a:rPr lang="en-IN" b="1" dirty="0"/>
              <a:t>PROBLEM STATEMENT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Many students struggle to recognize their mental health issues accurately, leading to delayed help-seeking or worsening stress.</a:t>
            </a:r>
            <a:endParaRPr lang="en-US" sz="2000" dirty="0"/>
          </a:p>
          <a:p>
            <a:r>
              <a:rPr lang="en-US" sz="2000" dirty="0"/>
              <a:t>Traditional counselling and mental health apps are often generic, culturally unsuitable, or difficult to access, which prevents students from getting timely support.</a:t>
            </a:r>
            <a:endParaRPr lang="en-US" sz="2000" dirty="0"/>
          </a:p>
          <a:p>
            <a:r>
              <a:rPr lang="en-US" sz="2000" dirty="0"/>
              <a:t>Counsellors face increasing workload, making it hard to provide immediate guidance for mild or early-stage mental health concerns.</a:t>
            </a:r>
            <a:endParaRPr lang="en-US" sz="2000" dirty="0"/>
          </a:p>
          <a:p>
            <a:r>
              <a:rPr lang="en-US" sz="2000" dirty="0"/>
              <a:t>There is a need for an automated, intelligent, and user-friendly system that can analyze student self-assessment data and provide quick, reliable mental health guidance.</a:t>
            </a:r>
            <a:endParaRPr lang="en-US" sz="2000" dirty="0"/>
          </a:p>
          <a:p>
            <a:r>
              <a:rPr lang="en-US" sz="2000" dirty="0"/>
              <a:t>The challenge lies in effectively interpreting text inputs from students using NLP and accurately predicting stress, anxiety, or depression levels using Machine Learning </a:t>
            </a:r>
            <a:r>
              <a:rPr lang="en-US" sz="2000" dirty="0" err="1"/>
              <a:t>models.problem</a:t>
            </a:r>
            <a:r>
              <a:rPr lang="en-US" sz="2000" dirty="0"/>
              <a:t> statement</a:t>
            </a:r>
            <a:endParaRPr lang="en-US" sz="2000" b="0" i="0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5721" b="8394"/>
          <a:stretch>
            <a:fillRect/>
          </a:stretch>
        </p:blipFill>
        <p:spPr>
          <a:xfrm>
            <a:off x="10471514" y="365124"/>
            <a:ext cx="1433006" cy="1325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950036" cy="1325563"/>
          </a:xfrm>
        </p:spPr>
        <p:txBody>
          <a:bodyPr/>
          <a:lstStyle/>
          <a:p>
            <a:r>
              <a:rPr lang="en-GB" altLang="en-IN" b="1" dirty="0"/>
              <a:t>LITREATURE SURVEY</a:t>
            </a:r>
            <a:endParaRPr lang="en-GB" alt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370"/>
            <a:ext cx="10515600" cy="48621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2000" b="0" i="0" dirty="0">
                <a:effectLst/>
              </a:rPr>
              <a:t>1.</a:t>
            </a:r>
            <a:r>
              <a:rPr lang="en-US" altLang="en-GB" sz="2000" b="1" i="0" dirty="0">
                <a:effectLst/>
              </a:rPr>
              <a:t> Text-Based Chatbots</a:t>
            </a:r>
            <a:endParaRPr lang="en-US" altLang="en-GB" sz="2000" b="0" i="0" dirty="0">
              <a:effectLst/>
            </a:endParaRPr>
          </a:p>
          <a:p>
            <a:r>
              <a:rPr lang="en-US" altLang="en-GB" sz="2000" b="0" i="0" dirty="0">
                <a:effectLst/>
              </a:rPr>
              <a:t>Respond with pre-set messages.</a:t>
            </a:r>
            <a:endParaRPr lang="en-US" altLang="en-GB" sz="2000" b="0" i="0" dirty="0">
              <a:effectLst/>
            </a:endParaRPr>
          </a:p>
          <a:p>
            <a:r>
              <a:rPr lang="en-US" altLang="en-GB" sz="2000" b="0" i="0" dirty="0">
                <a:effectLst/>
              </a:rPr>
              <a:t>Cannot understand context, tone, or unique user situations.</a:t>
            </a:r>
            <a:endParaRPr lang="en-US" altLang="en-GB" sz="2000" b="0" i="0" dirty="0">
              <a:effectLst/>
            </a:endParaRPr>
          </a:p>
          <a:p>
            <a:pPr marL="0" indent="0">
              <a:buNone/>
            </a:pPr>
            <a:r>
              <a:rPr lang="en-US" altLang="en-GB" sz="2000" b="0" i="0" dirty="0">
                <a:effectLst/>
              </a:rPr>
              <a:t>2. </a:t>
            </a:r>
            <a:r>
              <a:rPr lang="en-US" altLang="en-GB" sz="2000" b="1" i="0" dirty="0">
                <a:effectLst/>
              </a:rPr>
              <a:t>Mood Tracking Apps</a:t>
            </a:r>
            <a:endParaRPr lang="en-US" altLang="en-GB" sz="2000" b="0" i="0" dirty="0">
              <a:effectLst/>
            </a:endParaRPr>
          </a:p>
          <a:p>
            <a:r>
              <a:rPr lang="en-US" altLang="en-GB" sz="2000" b="0" i="0" dirty="0">
                <a:effectLst/>
              </a:rPr>
              <a:t>Users log moods daily; apps show charts.</a:t>
            </a:r>
            <a:endParaRPr lang="en-US" altLang="en-GB" sz="2000" b="0" i="0" dirty="0">
              <a:effectLst/>
            </a:endParaRPr>
          </a:p>
          <a:p>
            <a:r>
              <a:rPr lang="en-US" altLang="en-GB" sz="2000" b="0" i="0" dirty="0">
                <a:effectLst/>
              </a:rPr>
              <a:t>Mostly passive; no personalized advice.</a:t>
            </a:r>
            <a:endParaRPr lang="en-US" altLang="en-GB" sz="2000" b="0" i="0" dirty="0">
              <a:effectLst/>
            </a:endParaRPr>
          </a:p>
          <a:p>
            <a:pPr marL="0" indent="0">
              <a:buNone/>
            </a:pPr>
            <a:r>
              <a:rPr lang="en-US" altLang="en-GB" sz="2000" b="0" i="0" dirty="0">
                <a:effectLst/>
              </a:rPr>
              <a:t>3.</a:t>
            </a:r>
            <a:r>
              <a:rPr lang="en-US" altLang="en-GB" sz="2000" b="1" i="0" dirty="0">
                <a:effectLst/>
              </a:rPr>
              <a:t> Basic Predictive Models</a:t>
            </a:r>
            <a:endParaRPr lang="en-US" altLang="en-GB" sz="2000" b="1" i="0" dirty="0">
              <a:effectLst/>
            </a:endParaRPr>
          </a:p>
          <a:p>
            <a:r>
              <a:rPr lang="en-US" altLang="en-GB" sz="2000" b="0" i="0" dirty="0">
                <a:effectLst/>
              </a:rPr>
              <a:t>Detect stress or anxiety from patterns.</a:t>
            </a:r>
            <a:endParaRPr lang="en-US" altLang="en-GB" sz="2000" b="0" i="0" dirty="0">
              <a:effectLst/>
            </a:endParaRPr>
          </a:p>
          <a:p>
            <a:r>
              <a:rPr lang="en-US" altLang="en-GB" sz="2000" b="0" i="0" dirty="0">
                <a:effectLst/>
              </a:rPr>
              <a:t>Limited understanding; cannot handle complex emotions or real-time chats.</a:t>
            </a:r>
            <a:endParaRPr lang="en-US" altLang="en-GB" sz="2000" b="0" i="0" dirty="0">
              <a:effectLst/>
            </a:endParaRPr>
          </a:p>
          <a:p>
            <a:endParaRPr lang="en-US" altLang="en-GB" sz="2000" b="0" i="0" dirty="0">
              <a:effectLst/>
            </a:endParaRPr>
          </a:p>
          <a:p>
            <a:pPr marL="0" indent="0">
              <a:buNone/>
            </a:pPr>
            <a:r>
              <a:rPr lang="en-US" altLang="en-GB" sz="2000" b="1" i="0" dirty="0">
                <a:effectLst/>
              </a:rPr>
              <a:t>Limitations: </a:t>
            </a:r>
            <a:r>
              <a:rPr lang="en-US" altLang="en-GB" sz="2000" b="0" i="0" dirty="0">
                <a:effectLst/>
              </a:rPr>
              <a:t>Generic advice, no personalization, reactive, and limited emotion understanding.</a:t>
            </a:r>
            <a:endParaRPr lang="en-US" altLang="en-GB" sz="2000" b="0" i="0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5721" b="8394"/>
          <a:stretch>
            <a:fillRect/>
          </a:stretch>
        </p:blipFill>
        <p:spPr>
          <a:xfrm>
            <a:off x="10471514" y="365124"/>
            <a:ext cx="1433006" cy="1325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950325" cy="814705"/>
          </a:xfrm>
        </p:spPr>
        <p:txBody>
          <a:bodyPr/>
          <a:lstStyle/>
          <a:p>
            <a:r>
              <a:rPr lang="en-IN" b="1" dirty="0"/>
              <a:t>OBJECTIVE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625600"/>
            <a:ext cx="10515600" cy="4841875"/>
          </a:xfrm>
        </p:spPr>
        <p:txBody>
          <a:bodyPr>
            <a:noAutofit/>
          </a:bodyPr>
          <a:lstStyle/>
          <a:p>
            <a:r>
              <a:rPr lang="en-US" altLang="en-GB" sz="2000" dirty="0"/>
              <a:t>To build a system that monitors and supports students’ mental health using machine learning on chat and mood data.</a:t>
            </a:r>
            <a:endParaRPr lang="en-US" altLang="en-GB" sz="2000" dirty="0"/>
          </a:p>
          <a:p>
            <a:r>
              <a:rPr lang="en-US" altLang="en-GB" sz="2000" dirty="0"/>
              <a:t>To classify emotions and mental states such as stress, anxiety, and depression accurately using ML models (LSTM/BERT).</a:t>
            </a:r>
            <a:endParaRPr lang="en-US" altLang="en-GB" sz="2000" dirty="0"/>
          </a:p>
          <a:p>
            <a:r>
              <a:rPr lang="en-US" altLang="en-GB" sz="2000" dirty="0"/>
              <a:t>To implement an AI chatbot with NLP for understanding user messages and providing personalized guidance.</a:t>
            </a:r>
            <a:endParaRPr lang="en-US" altLang="en-GB" sz="2000" dirty="0"/>
          </a:p>
          <a:p>
            <a:r>
              <a:rPr lang="en-US" altLang="en-GB" sz="2000" dirty="0"/>
              <a:t>To create an easy-to-use web interface for chatting, mood tracking, interactive games, and accessing mental health resources.</a:t>
            </a:r>
            <a:endParaRPr lang="en-US" altLang="en-GB" sz="2000" dirty="0"/>
          </a:p>
          <a:p>
            <a:r>
              <a:rPr lang="en-US" altLang="en-GB" sz="2000" dirty="0"/>
              <a:t>To provide personalized recommendations and coping strategies using AI-driven suggestions before professional consultation.</a:t>
            </a:r>
            <a:endParaRPr lang="en-US" altLang="en-GB" sz="2000" dirty="0"/>
          </a:p>
          <a:p>
            <a:r>
              <a:rPr lang="en-US" altLang="en-GB" sz="2000" dirty="0"/>
              <a:t>To assist counsellors by highlighting users with high-risk emotional patterns using data analytics for early intervention</a:t>
            </a:r>
            <a:endParaRPr lang="en-US" altLang="en-GB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5721" b="8394"/>
          <a:stretch>
            <a:fillRect/>
          </a:stretch>
        </p:blipFill>
        <p:spPr>
          <a:xfrm>
            <a:off x="10471514" y="365124"/>
            <a:ext cx="1433006" cy="13255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4310"/>
            <a:ext cx="8950325" cy="804545"/>
          </a:xfrm>
        </p:spPr>
        <p:txBody>
          <a:bodyPr/>
          <a:lstStyle/>
          <a:p>
            <a:r>
              <a:rPr lang="en-IN" b="1" dirty="0"/>
              <a:t>WORK PLAN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8855"/>
            <a:ext cx="10515600" cy="5478780"/>
          </a:xfrm>
        </p:spPr>
        <p:txBody>
          <a:bodyPr>
            <a:noAutofit/>
          </a:bodyPr>
          <a:lstStyle/>
          <a:p>
            <a:r>
              <a:rPr lang="en-US" altLang="en-GB" sz="2000" b="1" i="0" dirty="0">
                <a:effectLst/>
              </a:rPr>
              <a:t>Phase 1: Requirement Analysis &amp; Planning</a:t>
            </a:r>
            <a:endParaRPr lang="en-US" altLang="en-GB" sz="2000" b="1" i="0" dirty="0">
              <a:effectLst/>
            </a:endParaRPr>
          </a:p>
          <a:p>
            <a:pPr marL="0" indent="0">
              <a:buNone/>
            </a:pPr>
            <a:r>
              <a:rPr lang="en-US" altLang="en-GB" sz="2000" i="0" dirty="0">
                <a:effectLst/>
              </a:rPr>
              <a:t>Decide main features: login/signup, chat, mood tracking, AI emotion detection.</a:t>
            </a:r>
            <a:endParaRPr lang="en-US" altLang="en-GB" sz="2000" i="0" dirty="0">
              <a:effectLst/>
            </a:endParaRPr>
          </a:p>
          <a:p>
            <a:pPr marL="0" indent="0">
              <a:buNone/>
            </a:pPr>
            <a:r>
              <a:rPr lang="en-US" altLang="en-GB" sz="2000" i="0" dirty="0">
                <a:effectLst/>
              </a:rPr>
              <a:t>Choose technology: React.js (frontend), Node.js/Express.js (backend), MySQL/MongoDB (database), LSTM/BERT (AI).</a:t>
            </a:r>
            <a:endParaRPr lang="en-US" altLang="en-GB" sz="2000" i="0" dirty="0">
              <a:effectLst/>
            </a:endParaRPr>
          </a:p>
          <a:p>
            <a:r>
              <a:rPr lang="en-US" altLang="en-GB" sz="2000" b="1" i="0" dirty="0">
                <a:effectLst/>
              </a:rPr>
              <a:t>Phase 2: Development &amp; Implementation</a:t>
            </a:r>
            <a:endParaRPr lang="en-US" altLang="en-GB" sz="2000" b="1" i="0" dirty="0">
              <a:effectLst/>
            </a:endParaRPr>
          </a:p>
          <a:p>
            <a:pPr marL="0" indent="0">
              <a:buNone/>
            </a:pPr>
            <a:r>
              <a:rPr lang="en-US" altLang="en-GB" sz="2000" i="0" dirty="0">
                <a:effectLst/>
              </a:rPr>
              <a:t>Build frontend pages: login/signup, dashboard, chat, mood tracker, games, recommendations.</a:t>
            </a:r>
            <a:endParaRPr lang="en-US" altLang="en-GB" sz="2000" i="0" dirty="0">
              <a:effectLst/>
            </a:endParaRPr>
          </a:p>
          <a:p>
            <a:pPr marL="0" indent="0">
              <a:buNone/>
            </a:pPr>
            <a:r>
              <a:rPr lang="en-US" altLang="en-GB" sz="2000" i="0" dirty="0">
                <a:effectLst/>
              </a:rPr>
              <a:t>Create backend APIs to handle user data, chat, and AI predictions.Integrate ML model for real-time emotion detection and learning.</a:t>
            </a:r>
            <a:endParaRPr lang="en-US" altLang="en-GB" sz="2000" i="0" dirty="0">
              <a:effectLst/>
            </a:endParaRPr>
          </a:p>
          <a:p>
            <a:r>
              <a:rPr lang="en-US" altLang="en-GB" sz="2000" b="1" i="0" dirty="0">
                <a:effectLst/>
              </a:rPr>
              <a:t>Phase 3: Testing &amp; Feedback</a:t>
            </a:r>
            <a:endParaRPr lang="en-US" altLang="en-GB" sz="2000" b="1" i="0" dirty="0">
              <a:effectLst/>
            </a:endParaRPr>
          </a:p>
          <a:p>
            <a:pPr marL="0" indent="0">
              <a:buNone/>
            </a:pPr>
            <a:r>
              <a:rPr lang="en-US" altLang="en-GB" sz="2000" i="0" dirty="0">
                <a:effectLst/>
              </a:rPr>
              <a:t>Test each module individually (unit testing) and the whole system together (integration testing).</a:t>
            </a:r>
            <a:endParaRPr lang="en-US" altLang="en-GB" sz="2000" i="0" dirty="0">
              <a:effectLst/>
            </a:endParaRPr>
          </a:p>
          <a:p>
            <a:pPr marL="0" indent="0">
              <a:buNone/>
            </a:pPr>
            <a:r>
              <a:rPr lang="en-US" altLang="en-GB" sz="2000" i="0" dirty="0">
                <a:effectLst/>
              </a:rPr>
              <a:t>Improve ML model and system based on feedback for better accuracy.</a:t>
            </a:r>
            <a:endParaRPr lang="en-US" altLang="en-GB" sz="2000" i="0" dirty="0">
              <a:effectLst/>
            </a:endParaRPr>
          </a:p>
          <a:p>
            <a:r>
              <a:rPr lang="en-US" altLang="en-GB" sz="2000" b="1" i="0" dirty="0">
                <a:effectLst/>
              </a:rPr>
              <a:t>Phase 4: Deployment &amp; Enhancement</a:t>
            </a:r>
            <a:endParaRPr lang="en-US" altLang="en-GB" sz="2000" b="1" i="0" dirty="0">
              <a:effectLst/>
            </a:endParaRPr>
          </a:p>
          <a:p>
            <a:pPr marL="0" indent="0">
              <a:buNone/>
            </a:pPr>
            <a:r>
              <a:rPr lang="en-US" altLang="en-GB" sz="2000" i="0" dirty="0">
                <a:effectLst/>
              </a:rPr>
              <a:t>Deploy the system on a cloud platform for real-time use.</a:t>
            </a:r>
            <a:endParaRPr lang="en-US" altLang="en-GB" sz="2000" i="0" dirty="0">
              <a:effectLst/>
            </a:endParaRPr>
          </a:p>
          <a:p>
            <a:r>
              <a:rPr lang="en-US" altLang="en-GB" sz="2000" i="0" dirty="0">
                <a:effectLst/>
              </a:rPr>
              <a:t>Monitor performance and user activity.</a:t>
            </a:r>
            <a:endParaRPr lang="en-US" altLang="en-GB" sz="2000" i="0" dirty="0">
              <a:effectLst/>
            </a:endParaRPr>
          </a:p>
          <a:p>
            <a:pPr marL="0" indent="0">
              <a:buNone/>
            </a:pPr>
            <a:endParaRPr lang="en-US" altLang="en-GB" sz="2000" i="0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/>
          <a:srcRect r="5721" b="8394"/>
          <a:stretch>
            <a:fillRect/>
          </a:stretch>
        </p:blipFill>
        <p:spPr>
          <a:xfrm>
            <a:off x="10471514" y="365124"/>
            <a:ext cx="1433006" cy="13255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/>
          <p:nvPr/>
        </p:nvSpPr>
        <p:spPr>
          <a:xfrm>
            <a:off x="307108" y="4653555"/>
            <a:ext cx="5192903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b="1" dirty="0"/>
              <a:t>RITHIKKA J</a:t>
            </a:r>
            <a:endParaRPr lang="en-IN" b="1" dirty="0"/>
          </a:p>
          <a:p>
            <a:pPr marL="0" indent="0" algn="ctr">
              <a:buNone/>
            </a:pPr>
            <a:r>
              <a:rPr lang="en-IN" sz="2400" b="1" dirty="0"/>
              <a:t>rithikkaj.aids2022@citchennai.net</a:t>
            </a:r>
            <a:endParaRPr lang="en-IN" sz="2400" b="1" dirty="0"/>
          </a:p>
        </p:txBody>
      </p:sp>
      <p:sp>
        <p:nvSpPr>
          <p:cNvPr id="6" name="Subtitle 2"/>
          <p:cNvSpPr txBox="1"/>
          <p:nvPr/>
        </p:nvSpPr>
        <p:spPr>
          <a:xfrm>
            <a:off x="5678905" y="4653555"/>
            <a:ext cx="5882714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b="1" dirty="0"/>
              <a:t>RAJAPREETHI V</a:t>
            </a:r>
            <a:endParaRPr lang="en-IN" b="1" dirty="0"/>
          </a:p>
          <a:p>
            <a:pPr marL="0" indent="0" algn="ctr">
              <a:buNone/>
            </a:pPr>
            <a:r>
              <a:rPr lang="en-IN" sz="2400" b="1" dirty="0"/>
              <a:t>rajapreethi.aids2022@citchennai.net</a:t>
            </a:r>
            <a:endParaRPr lang="en-IN" sz="2400" b="1" dirty="0"/>
          </a:p>
        </p:txBody>
      </p:sp>
      <p:pic>
        <p:nvPicPr>
          <p:cNvPr id="3074" name="Picture 2" descr="Thank you text Vectors &amp; Illustrations for Free Download | Freepik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139" y="43136"/>
            <a:ext cx="5095722" cy="360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Presentation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“AI-Based Student Mental Health Support System”</vt:lpstr>
      <vt:lpstr>PROBLEM STATEMENT</vt:lpstr>
      <vt:lpstr>EXISTING WORK</vt:lpstr>
      <vt:lpstr>OBJECTIVE</vt:lpstr>
      <vt:lpstr>WORK PLAN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Pratham Verma</dc:creator>
  <cp:lastModifiedBy>RITHIKKA.J</cp:lastModifiedBy>
  <cp:revision>19</cp:revision>
  <dcterms:created xsi:type="dcterms:W3CDTF">2023-08-07T09:01:00Z</dcterms:created>
  <dcterms:modified xsi:type="dcterms:W3CDTF">2025-11-29T04:28:53Z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828FF47FE65647ADAD33F05FFCD28545_12</vt:lpwstr>
  </property>
  <property fmtid="{D5CDD505-2E9C-101B-9397-08002B2CF9AE}" pid="3" name="KSOProductBuildVer">
    <vt:lpwstr>2057-12.2.0.23155</vt:lpwstr>
  </property>
</Properties>
</file>