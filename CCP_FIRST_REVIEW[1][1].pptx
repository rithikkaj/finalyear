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3" r:id="rId4"/>
    <p:sldId id="274" r:id="rId5"/>
    <p:sldId id="267" r:id="rId6"/>
    <p:sldId id="275" r:id="rId7"/>
    <p:sldId id="276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3944"/>
            <a:ext cx="9144000" cy="2116255"/>
          </a:xfrm>
        </p:spPr>
        <p:txBody>
          <a:bodyPr>
            <a:normAutofit/>
          </a:bodyPr>
          <a:lstStyle/>
          <a:p>
            <a:r>
              <a:rPr lang="en-IN" b="1" dirty="0"/>
              <a:t>“</a:t>
            </a:r>
            <a:r>
              <a:rPr lang="en-US" b="1" dirty="0">
                <a:sym typeface="+mn-ea"/>
              </a:rPr>
              <a:t>AI-Based Student Mental Health Support System</a:t>
            </a:r>
            <a:r>
              <a:rPr lang="en-IN" b="1" dirty="0"/>
              <a:t>”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5960" y="4329631"/>
            <a:ext cx="4572000" cy="1655762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RITHIKKA J</a:t>
            </a:r>
            <a:endParaRPr lang="en-IN" b="1" dirty="0"/>
          </a:p>
          <a:p>
            <a:pPr algn="l"/>
            <a:r>
              <a:rPr lang="en-IN" b="1" dirty="0"/>
              <a:t>22AD098</a:t>
            </a:r>
            <a:endParaRPr lang="en-IN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6924042" y="4307801"/>
            <a:ext cx="457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b="1" dirty="0"/>
              <a:t>RAJAPREETHI V</a:t>
            </a:r>
            <a:endParaRPr lang="en-IN" b="1" dirty="0"/>
          </a:p>
          <a:p>
            <a:pPr algn="r"/>
            <a:r>
              <a:rPr lang="en-IN" b="1" dirty="0"/>
              <a:t>22AD095</a:t>
            </a:r>
            <a:endParaRPr lang="en-IN" b="1" dirty="0"/>
          </a:p>
        </p:txBody>
      </p:sp>
      <p:sp>
        <p:nvSpPr>
          <p:cNvPr id="6" name="Subtitle 2"/>
          <p:cNvSpPr txBox="1"/>
          <p:nvPr/>
        </p:nvSpPr>
        <p:spPr>
          <a:xfrm>
            <a:off x="2562977" y="5617411"/>
            <a:ext cx="7066049" cy="108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/>
              <a:t>Dept of AI &amp; DS</a:t>
            </a:r>
            <a:endParaRPr lang="en-IN" sz="2800" b="1" dirty="0"/>
          </a:p>
          <a:p>
            <a:r>
              <a:rPr lang="en-IN" sz="2800" b="1" dirty="0"/>
              <a:t>Chennai Institute of Technology, Chennai - 69</a:t>
            </a:r>
            <a:endParaRPr lang="en-IN" sz="2800" b="1" dirty="0"/>
          </a:p>
        </p:txBody>
      </p:sp>
      <p:pic>
        <p:nvPicPr>
          <p:cNvPr id="4" name="Picture 2" descr="Startup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821544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48480" y="4826000"/>
            <a:ext cx="377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MENTOR :  </a:t>
            </a:r>
            <a:r>
              <a:rPr lang="en-US" sz="2400" b="1" dirty="0" err="1"/>
              <a:t>Ms.HEMALATHA.D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dirty="0"/>
              <a:t>PROJECT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The primary objective of this project is to design and develop a web-based system for assessing students’ mental health conditions using Machine Learning and Artificial Intelligence techniques.</a:t>
            </a:r>
            <a:endParaRPr lang="en-US" sz="2000" dirty="0"/>
          </a:p>
          <a:p>
            <a:r>
              <a:rPr lang="en-US" sz="2000" dirty="0"/>
              <a:t>The system aims to collect self-assessment data securely and analyze it using a Logistic Regression model to accurately identify stress, anxiety, and depression levels. </a:t>
            </a:r>
            <a:endParaRPr lang="en-US" sz="2000" dirty="0"/>
          </a:p>
          <a:p>
            <a:r>
              <a:rPr lang="en-US" sz="2000" dirty="0"/>
              <a:t>Another objective is to integrate an AI chatbot based on Natural Language Processing to enable interactive communication and provide basic guidance to students.</a:t>
            </a:r>
            <a:endParaRPr lang="en-US" sz="2000" dirty="0"/>
          </a:p>
          <a:p>
            <a:r>
              <a:rPr lang="en-US" sz="2000" dirty="0"/>
              <a:t>The project also focuses on ensuring user privacy and anonymity to encourage honest participation.</a:t>
            </a:r>
            <a:endParaRPr lang="en-US" sz="2000" dirty="0"/>
          </a:p>
          <a:p>
            <a:r>
              <a:rPr lang="en-US" sz="2000" dirty="0"/>
              <a:t>Additionally, the system seeks to support early detection of mental health issues, reduce the manual workload of counselors through automated screening, and provide a scalable solution that can be enhanced with advanced models and features in the future.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Mental health issues such as stress, anxiety, and depression are increasing among students.</a:t>
            </a:r>
            <a:endParaRPr lang="en-US" sz="1800" dirty="0"/>
          </a:p>
          <a:p>
            <a:r>
              <a:rPr lang="en-US" sz="1800" dirty="0"/>
              <a:t>Traditional mental health assessment methods are time-consuming and not easily accessible.</a:t>
            </a:r>
            <a:endParaRPr lang="en-US" sz="1800" dirty="0"/>
          </a:p>
          <a:p>
            <a:r>
              <a:rPr lang="en-US" sz="1800" dirty="0"/>
              <a:t>This project proposes a web-based student mental health assessment system using Machine Learning and Artificial Intelligence.</a:t>
            </a:r>
            <a:endParaRPr lang="en-US" sz="1800" dirty="0"/>
          </a:p>
          <a:p>
            <a:r>
              <a:rPr lang="en-US" sz="1800" dirty="0"/>
              <a:t>Python-based Machine Learning models (Logistic Regression) are used to analyze self-assessment data and predict mental health conditions.</a:t>
            </a:r>
            <a:endParaRPr lang="en-US" sz="1800" dirty="0"/>
          </a:p>
          <a:p>
            <a:r>
              <a:rPr lang="en-US" sz="1800" dirty="0"/>
              <a:t>Students are classified into different mental health levels based on prediction results.</a:t>
            </a:r>
            <a:endParaRPr lang="en-US" sz="1800" dirty="0"/>
          </a:p>
          <a:p>
            <a:r>
              <a:rPr lang="en-US" sz="1800" dirty="0"/>
              <a:t>An AI chatbot using Natural Language Processing (NLP) interacts with students and provides basic guidance.</a:t>
            </a:r>
            <a:endParaRPr lang="en-US" sz="1800" dirty="0"/>
          </a:p>
          <a:p>
            <a:r>
              <a:rPr lang="en-US" sz="1800" dirty="0"/>
              <a:t>The system is implemented as a web application using the Django framework.</a:t>
            </a:r>
            <a:endParaRPr lang="en-US" sz="1800" dirty="0"/>
          </a:p>
          <a:p>
            <a:r>
              <a:rPr lang="en-US" sz="1800" dirty="0"/>
              <a:t>User privacy and anonymity are maintained to encourage honest interaction.</a:t>
            </a:r>
            <a:endParaRPr lang="en-US" sz="1800" dirty="0"/>
          </a:p>
          <a:p>
            <a:r>
              <a:rPr lang="en-US" sz="1800" dirty="0"/>
              <a:t>The system supports early detection of mental health issues and reduces manual counseling effort.</a:t>
            </a:r>
            <a:endParaRPr lang="en-US" sz="1800" dirty="0"/>
          </a:p>
          <a:p>
            <a:r>
              <a:rPr lang="en-US" sz="1800" dirty="0"/>
              <a:t>The proposed solution is scalable and suitable for future enhancements.</a:t>
            </a:r>
            <a:endParaRPr lang="en-US" sz="1800" b="0" i="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dirty="0"/>
              <a:t>MERIT OF THE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1. </a:t>
            </a:r>
            <a:r>
              <a:rPr lang="en-US" sz="1800" b="1" dirty="0"/>
              <a:t>Early Mental Health Detection </a:t>
            </a:r>
            <a:r>
              <a:rPr lang="en-US" sz="1800" dirty="0"/>
              <a:t>The system helps in identifying stress, anxiety, and depression at an early stage using self-assessment data, which allows timely support for students.</a:t>
            </a:r>
            <a:endParaRPr lang="en-US" sz="1800" dirty="0"/>
          </a:p>
          <a:p>
            <a:r>
              <a:rPr lang="en-US" sz="1800" dirty="0"/>
              <a:t>2. </a:t>
            </a:r>
            <a:r>
              <a:rPr lang="en-US" sz="1800" b="1" dirty="0"/>
              <a:t>Accurate Assessment Using Machine Learning </a:t>
            </a:r>
            <a:r>
              <a:rPr lang="en-US" sz="1800" dirty="0"/>
              <a:t>By using Machine Learning classification models, the project provides reliable and data-driven mental health predictions with better accuracy than manual methods.</a:t>
            </a:r>
            <a:endParaRPr lang="en-US" sz="1800" dirty="0"/>
          </a:p>
          <a:p>
            <a:r>
              <a:rPr lang="en-US" sz="1800" dirty="0"/>
              <a:t>3. </a:t>
            </a:r>
            <a:r>
              <a:rPr lang="en-US" sz="1800" b="1" dirty="0"/>
              <a:t>24/7 Support Through AI Chatbot </a:t>
            </a:r>
            <a:r>
              <a:rPr lang="en-US" sz="1800" dirty="0"/>
              <a:t>The AI chatbot is available at all times, enabling students to share their feelings and receive guidance whenever needed.</a:t>
            </a:r>
            <a:endParaRPr lang="en-US" sz="1800" dirty="0"/>
          </a:p>
          <a:p>
            <a:r>
              <a:rPr lang="en-US" sz="1800" dirty="0"/>
              <a:t>4. </a:t>
            </a:r>
            <a:r>
              <a:rPr lang="en-US" sz="1800" b="1" dirty="0"/>
              <a:t>User Privacy and Anonymity </a:t>
            </a:r>
            <a:r>
              <a:rPr lang="en-US" sz="1800" dirty="0"/>
              <a:t>Students can interact with the system without revealing their identity, which encourages honest responses and reduces fear of judgment.</a:t>
            </a:r>
            <a:endParaRPr lang="en-US" sz="1800" dirty="0"/>
          </a:p>
          <a:p>
            <a:r>
              <a:rPr lang="en-US" sz="1800" dirty="0"/>
              <a:t>5. </a:t>
            </a:r>
            <a:r>
              <a:rPr lang="en-US" sz="1800" b="1" dirty="0"/>
              <a:t>Easy-to-Use Web Interface </a:t>
            </a:r>
            <a:r>
              <a:rPr lang="en-US" sz="1800" dirty="0"/>
              <a:t>The web application is simple and user-friendly, making it accessible even for students with minimal technical knowledge.</a:t>
            </a:r>
            <a:endParaRPr lang="en-US" sz="1800" dirty="0"/>
          </a:p>
          <a:p>
            <a:r>
              <a:rPr lang="en-US" sz="1800" dirty="0"/>
              <a:t>6. </a:t>
            </a:r>
            <a:r>
              <a:rPr lang="en-US" sz="1800" b="1" dirty="0"/>
              <a:t>Reduced Dependency on Manual Counseling </a:t>
            </a:r>
            <a:r>
              <a:rPr lang="en-US" sz="1800" dirty="0"/>
              <a:t>The system minimizes the need for continuous human intervention by automating initial mental health screening.</a:t>
            </a:r>
            <a:endParaRPr lang="en-US" sz="1800" b="0" i="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dirty="0"/>
              <a:t>BLOCK DIAGRAM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330037"/>
            <a:ext cx="5181599" cy="5070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dirty="0"/>
              <a:t>MODEL DESCRIPTION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6"/>
            <a:ext cx="104116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classification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assess students’ mental health conditions.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employed as the primary model for predicting mental health levels.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operates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self-assessment questionnaire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collected from students.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features include responses related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stress, anxiety, mood, sleep patterns, and concentration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data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removing noise, handling missing values, and converting text into numerical form.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split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and testing 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model performance.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Logistic Regression model learns the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features and mental health outcomes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are classified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low, moderate, or high-risk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results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securely stored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displayed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prediction, easy interpretability, and 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suitable for real-time web applications.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/>
          <p:nvPr/>
        </p:nvSpPr>
        <p:spPr>
          <a:xfrm>
            <a:off x="630380" y="4653555"/>
            <a:ext cx="519290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/>
              <a:t>RITHIKKA J</a:t>
            </a:r>
            <a:endParaRPr lang="en-IN" b="1" dirty="0"/>
          </a:p>
          <a:p>
            <a:pPr marL="0" indent="0" algn="ctr">
              <a:buNone/>
            </a:pPr>
            <a:r>
              <a:rPr lang="en-IN" sz="2400" b="1" dirty="0"/>
              <a:t>rithikkaj.aids2022@citchennai.net</a:t>
            </a:r>
            <a:endParaRPr lang="en-IN" sz="2400" b="1" dirty="0"/>
          </a:p>
        </p:txBody>
      </p:sp>
      <p:sp>
        <p:nvSpPr>
          <p:cNvPr id="6" name="Subtitle 2"/>
          <p:cNvSpPr txBox="1"/>
          <p:nvPr/>
        </p:nvSpPr>
        <p:spPr>
          <a:xfrm>
            <a:off x="5678905" y="4653555"/>
            <a:ext cx="58827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/>
              <a:t>RAJAPREETHI V</a:t>
            </a:r>
            <a:endParaRPr lang="en-IN" b="1" dirty="0"/>
          </a:p>
          <a:p>
            <a:pPr marL="0" indent="0" algn="ctr">
              <a:buNone/>
            </a:pPr>
            <a:r>
              <a:rPr lang="en-IN" sz="2400" b="1" dirty="0"/>
              <a:t>rajapreethi.aids2022@citchennai.net</a:t>
            </a:r>
            <a:endParaRPr lang="en-IN" sz="2400" b="1" dirty="0"/>
          </a:p>
        </p:txBody>
      </p:sp>
      <p:pic>
        <p:nvPicPr>
          <p:cNvPr id="3074" name="Picture 2" descr="Thank you text Vectors &amp; Illustrations for Free Download | Freepi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139" y="43136"/>
            <a:ext cx="5095722" cy="360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4124</Words>
  <Application>WPS Presentation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“Unified platform for defect detection in industries”</vt:lpstr>
      <vt:lpstr>PROJECT OBJECTIVES</vt:lpstr>
      <vt:lpstr>ABSTRACT</vt:lpstr>
      <vt:lpstr>MERIT OF THE PROBLEM</vt:lpstr>
      <vt:lpstr>BLOCK DIAGRAM</vt:lpstr>
      <vt:lpstr>MODEL DESCRIPTION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Pratham Verma</dc:creator>
  <cp:lastModifiedBy>RITHIKKA.J</cp:lastModifiedBy>
  <cp:revision>20</cp:revision>
  <dcterms:created xsi:type="dcterms:W3CDTF">2023-08-07T09:01:00Z</dcterms:created>
  <dcterms:modified xsi:type="dcterms:W3CDTF">2025-12-13T03:40:22Z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C6AD6F2542144D24A62098EF0A894FB9_12</vt:lpwstr>
  </property>
  <property fmtid="{D5CDD505-2E9C-101B-9397-08002B2CF9AE}" pid="3" name="KSOProductBuildVer">
    <vt:lpwstr>2057-12.2.0.23155</vt:lpwstr>
  </property>
</Properties>
</file>